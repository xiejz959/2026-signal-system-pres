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BF4"/>
    <a:srgbClr val="FEFA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6A5F5-2E32-7214-0A3D-49B583840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EECB32-CE79-8733-76AA-15D305C48C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FCC8A-E633-6F6D-EE57-80FE2934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3F0BB8-4B02-E2DC-FD25-3A9468D9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F2B08D-BD81-6419-9B37-B96DE613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539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2391C-2048-1C3C-5C62-98787DD7A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279676-6958-5D06-2BD1-5510DA60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5A45D2-2477-6ED9-F386-0D4321239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7AE4C4-FB08-E48D-36C8-AFECA6C75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476B10-4DB0-0729-73B6-3B2227192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19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E7756-6A3C-6D0A-A8E5-FA99F9881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F2B77C-0A3F-F47F-9808-D6974A08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EE5E1D-6ABD-3226-74E3-F48BFD50A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016785-BD57-DBE8-9688-588214BB8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C16C57-B330-046A-6ED4-0A280348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03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022132-C0CA-263D-DDB3-D259265A0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4CF085-8E45-D47A-55B3-6401E4B6D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DFA82A-4A35-86B7-25B1-8DC0FCDFD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3C8C49-7BB8-2802-E833-D0A11589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B0F644-B2E6-E8F4-A633-C282D98E4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E77D10-4739-0F5F-90F9-6452173C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951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505570-5120-A6A5-56DB-B0DC4F5F7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52DAD18-30B2-17BC-02E6-83883B0F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FC6C62-D6DF-04CA-C97E-A2B0FF59A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6E2C07-4162-7F7B-24C2-9261F5965A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B15BDE-0BF8-FB2D-BC23-0C30D5B519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24C97C2-15D1-C028-1B67-27DD4E3B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490B469-3B6B-E20C-7156-22BE492C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E43759-F754-F5FF-AFA9-D980A36D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360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9C479-3181-6AB6-DFF8-ACD4EE80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7F570D8-39DC-C87E-C041-48BFF76EE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3F42C7-1425-17A3-88C9-093FF36E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E994FC-0FAF-7555-2671-F4AC563A4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47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EE53F8-EA83-545A-F0CC-6C52CAE7D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B28C2D-66AE-CC80-9937-17E47CC7A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0084A1-3D0F-9DBC-7A2C-59915F1D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530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141F8-F277-4A0F-355D-946C20FDF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C2391B-F796-D7AF-A773-AC8737CE4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5FC203-050F-2437-CDC8-D02739C47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573F05-973B-95AE-2B85-9899CCED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365DFF-0056-E251-9555-C39DE379E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1C42D3-94C2-287C-3CC0-1B158316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95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14ECF-F3FD-E3C2-B21F-09E574BFB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0A3252-E1C5-39A0-B1E2-F3B62D4F05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016742-1188-3B97-6A24-849ABA59E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59B661-2A4F-3EFC-D46B-F7BE6814D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86F735-7516-F94A-9749-2B25ECF7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0913B8-4BDE-DCBF-5D83-6D50ECB1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20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2206C-88F4-5202-8C41-5C5D4F16F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2E90B8-1DB6-B029-3809-CCD99B1C2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084582-FAE7-FCFF-6F28-F31696C2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032323-A84F-DBC0-FA63-384CEF94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B14CD-6CFB-69F3-9ACB-C980DCDF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787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E9BE458-67FE-3DB9-DF32-F2E9A49359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C9DA50E-4A0F-99E5-E49A-654087DBFE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97FCF-FB51-8A46-B348-7EDA72C2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C826DA-DB4F-78AA-5A70-49705EF2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DE4BA0-FF43-A83E-D2EE-5A963E321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19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957EB9-99AB-29E8-82BB-160AE67B1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5224C6-99B6-C368-7236-1A76B1930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7558A7-56DB-C3A9-1763-5C1F47801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65F33-52E1-4ECB-A550-3A6A15171E3F}" type="datetimeFigureOut">
              <a:rPr lang="zh-CN" altLang="en-US" smtClean="0"/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A3D219-2307-A922-B5E1-500547FB4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81EB4-F833-92A8-32FB-4608E61BF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704B5-EEC4-4D60-A153-3644371CD9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459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B834FEB1-8569-FE15-9B12-13D6061542DC}"/>
              </a:ext>
            </a:extLst>
          </p:cNvPr>
          <p:cNvGrpSpPr/>
          <p:nvPr/>
        </p:nvGrpSpPr>
        <p:grpSpPr>
          <a:xfrm>
            <a:off x="748701" y="550788"/>
            <a:ext cx="3135965" cy="2589777"/>
            <a:chOff x="1018726" y="1115384"/>
            <a:chExt cx="3135965" cy="2589777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1E4F43B2-0A1A-6ADF-4B33-9EFA0EBCF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307" t="25681" r="59208" b="36556"/>
            <a:stretch>
              <a:fillRect/>
            </a:stretch>
          </p:blipFill>
          <p:spPr>
            <a:xfrm>
              <a:off x="1018727" y="1115384"/>
              <a:ext cx="3135964" cy="2589777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FE7FB36-FDD7-7428-C24A-EEE19DB5FCAC}"/>
                </a:ext>
              </a:extLst>
            </p:cNvPr>
            <p:cNvSpPr/>
            <p:nvPr/>
          </p:nvSpPr>
          <p:spPr>
            <a:xfrm>
              <a:off x="1018726" y="1115384"/>
              <a:ext cx="730293" cy="756374"/>
            </a:xfrm>
            <a:prstGeom prst="rect">
              <a:avLst/>
            </a:prstGeom>
            <a:solidFill>
              <a:srgbClr val="FEFA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58146FD4-34EE-B980-1237-C51425AA2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17" t="37674" r="2423" b="37270"/>
          <a:stretch>
            <a:fillRect/>
          </a:stretch>
        </p:blipFill>
        <p:spPr>
          <a:xfrm>
            <a:off x="3823297" y="797799"/>
            <a:ext cx="6543509" cy="200677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1A720FA-4BAF-9946-5CF8-A6E1E36AA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9" t="70738" r="25382" b="2998"/>
          <a:stretch>
            <a:fillRect/>
          </a:stretch>
        </p:blipFill>
        <p:spPr>
          <a:xfrm>
            <a:off x="2117235" y="3261768"/>
            <a:ext cx="7352021" cy="180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513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Junze Xie</dc:creator>
  <cp:lastModifiedBy>Junze Xie</cp:lastModifiedBy>
  <cp:revision>1</cp:revision>
  <dcterms:created xsi:type="dcterms:W3CDTF">2026-04-27T16:24:19Z</dcterms:created>
  <dcterms:modified xsi:type="dcterms:W3CDTF">2026-04-27T16:27:54Z</dcterms:modified>
</cp:coreProperties>
</file>